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image" Target="../media/image2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image" Target="../media/image4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5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image" Target="../media/image6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image" Target="../media/image7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image" Target="../media/image8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image" Target="../media/image9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image" Target="../media/image10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image" Target="../media/image1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image" Target="../media/image12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image" Target="../media/image13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3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mangoboard.net</ep:Company>
  <ep:Words>0</ep:Words>
  <ep:PresentationFormat>On-screen Show (16:9)</ep:PresentationFormat>
  <ep:Paragraphs>0</ep:Paragraphs>
  <ep:Slides>13</ep:Slides>
  <ep:Notes>13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2024-09-27T09:22:24.000</dcterms:created>
  <dc:creator>mangoboard.net_42124740</dc:creator>
  <cp:lastModifiedBy>user</cp:lastModifiedBy>
  <dcterms:modified xsi:type="dcterms:W3CDTF">2024-09-27T09:23:12.874</dcterms:modified>
  <cp:revision>2</cp:revision>
  <dc:subject>Presentation</dc:subject>
  <dc:title>빗소리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